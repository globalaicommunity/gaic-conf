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6" d="100"/>
          <a:sy n="96" d="100"/>
        </p:scale>
        <p:origin x="6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259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6D541E-139D-A105-C32C-78069C96F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2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22B"/>
          </a:solidFill>
          <a:ln w="12700">
            <a:solidFill>
              <a:srgbClr val="D552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AI COMMUNITY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170432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Presentation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Title Goes Here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13232" y="304495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clean, community-first slide system using the Global AI color and typography language.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3986784"/>
            <a:ext cx="3127248" cy="310896"/>
          </a:xfrm>
          <a:prstGeom prst="roundRect">
            <a:avLst>
              <a:gd name="adj" fmla="val 23529"/>
            </a:avLst>
          </a:prstGeom>
          <a:solidFill>
            <a:srgbClr val="FDF0E3"/>
          </a:solidFill>
          <a:ln w="12700">
            <a:solidFill>
              <a:srgbClr val="FDF0E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13816" y="40325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4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THE WORLD LEARNS AI TOGETHER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41664" y="868680"/>
            <a:ext cx="2606040" cy="4800600"/>
          </a:xfrm>
          <a:prstGeom prst="rect">
            <a:avLst/>
          </a:prstGeom>
          <a:solidFill>
            <a:srgbClr val="D5522B"/>
          </a:solidFill>
          <a:ln w="12700">
            <a:solidFill>
              <a:srgbClr val="D552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180576" y="1234440"/>
            <a:ext cx="1737360" cy="1737360"/>
          </a:xfrm>
          <a:prstGeom prst="ellipse">
            <a:avLst/>
          </a:prstGeom>
          <a:solidFill>
            <a:srgbClr val="FDF0E3"/>
          </a:solidFill>
          <a:ln w="12700">
            <a:solidFill>
              <a:srgbClr val="FDF0E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 rot="5400000">
            <a:off x="9061704" y="3310128"/>
            <a:ext cx="1920240" cy="1920240"/>
          </a:xfrm>
          <a:prstGeom prst="arc">
            <a:avLst/>
          </a:prstGeom>
          <a:solidFill>
            <a:srgbClr val="D5522B">
              <a:alpha val="0"/>
            </a:srgbClr>
          </a:solidFill>
          <a:ln w="139700">
            <a:solidFill>
              <a:srgbClr val="F5F4E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741664" y="5166360"/>
            <a:ext cx="2606040" cy="502920"/>
          </a:xfrm>
          <a:prstGeom prst="rect">
            <a:avLst/>
          </a:prstGeom>
          <a:solidFill>
            <a:srgbClr val="B8431F"/>
          </a:solidFill>
          <a:ln w="12700">
            <a:solidFill>
              <a:srgbClr val="B843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13232" y="610819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NAME / EVENT / DATE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4EC"/>
          </a:solidFill>
          <a:ln w="12700">
            <a:solidFill>
              <a:srgbClr val="F5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60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Brand palette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 cream for header bands and callouts, orange once per viewport, blue only as a logo-derived accent, and green only for “live” states.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993392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12648" y="2011680"/>
            <a:ext cx="2020824" cy="475488"/>
          </a:xfrm>
          <a:prstGeom prst="rect">
            <a:avLst/>
          </a:prstGeom>
          <a:solidFill>
            <a:srgbClr val="F5F4EC"/>
          </a:solidFill>
          <a:ln w="12700">
            <a:solidFill>
              <a:srgbClr val="F5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22376" y="2587752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Header cream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376" y="282549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#f5f4ec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62072" y="1993392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880360" y="2011680"/>
            <a:ext cx="2020824" cy="475488"/>
          </a:xfrm>
          <a:prstGeom prst="rect">
            <a:avLst/>
          </a:prstGeom>
          <a:solidFill>
            <a:srgbClr val="FDF0E3"/>
          </a:solidFill>
          <a:ln w="12700">
            <a:solidFill>
              <a:srgbClr val="FDF0E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990088" y="2587752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Cream warm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90088" y="282549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#fdf0e3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29784" y="1993392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148072" y="2011680"/>
            <a:ext cx="202082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148072" y="2011680"/>
            <a:ext cx="202082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257800" y="2587752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Content white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7800" y="282549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#ffffff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97496" y="1993392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415784" y="2011680"/>
            <a:ext cx="2020824" cy="475488"/>
          </a:xfrm>
          <a:prstGeom prst="rect">
            <a:avLst/>
          </a:prstGeom>
          <a:solidFill>
            <a:srgbClr val="16130E"/>
          </a:solidFill>
          <a:ln w="12700">
            <a:solidFill>
              <a:srgbClr val="16130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525512" y="2587752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25512" y="282549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#16130e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" y="3410712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12648" y="3429000"/>
            <a:ext cx="2020824" cy="475488"/>
          </a:xfrm>
          <a:prstGeom prst="rect">
            <a:avLst/>
          </a:prstGeom>
          <a:solidFill>
            <a:srgbClr val="D5522B"/>
          </a:solidFill>
          <a:ln w="12700">
            <a:solidFill>
              <a:srgbClr val="D552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22376" y="4005072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Orange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" y="424281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#d5522b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62072" y="3410712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880360" y="3429000"/>
            <a:ext cx="2020824" cy="475488"/>
          </a:xfrm>
          <a:prstGeom prst="rect">
            <a:avLst/>
          </a:prstGeom>
          <a:solidFill>
            <a:srgbClr val="B8431F"/>
          </a:solidFill>
          <a:ln w="12700">
            <a:solidFill>
              <a:srgbClr val="B843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990088" y="4005072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Orange deep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90088" y="424281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#b8431f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29784" y="3410712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148072" y="3429000"/>
            <a:ext cx="2020824" cy="475488"/>
          </a:xfrm>
          <a:prstGeom prst="rect">
            <a:avLst/>
          </a:prstGeom>
          <a:solidFill>
            <a:srgbClr val="8CADC6"/>
          </a:solidFill>
          <a:ln w="12700">
            <a:solidFill>
              <a:srgbClr val="8CAD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257800" y="4005072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Logo blue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424281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#8cadc6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397496" y="3410712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415784" y="3429000"/>
            <a:ext cx="2020824" cy="475488"/>
          </a:xfrm>
          <a:prstGeom prst="rect">
            <a:avLst/>
          </a:prstGeom>
          <a:solidFill>
            <a:srgbClr val="178F57"/>
          </a:solidFill>
          <a:ln w="12700">
            <a:solidFill>
              <a:srgbClr val="178F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525512" y="4005072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25512" y="424281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#178f57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4360" y="4828032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12648" y="4846320"/>
            <a:ext cx="2020824" cy="475488"/>
          </a:xfrm>
          <a:prstGeom prst="rect">
            <a:avLst/>
          </a:prstGeom>
          <a:solidFill>
            <a:srgbClr val="6E6759"/>
          </a:solidFill>
          <a:ln w="12700">
            <a:solidFill>
              <a:srgbClr val="6E675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22376" y="5422392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Text muted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2376" y="566013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#6e6759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4360" y="6492240"/>
            <a:ext cx="11018520" cy="0"/>
          </a:xfrm>
          <a:prstGeom prst="line">
            <a:avLst/>
          </a:prstGeom>
          <a:noFill/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94360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60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AI COMMUNITY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4EC"/>
          </a:solidFill>
          <a:ln w="12700">
            <a:solidFill>
              <a:srgbClr val="F5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60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Typography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Display · Space Grotesk 650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133856"/>
            <a:ext cx="8869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the world learns AI together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H2 · Space Grotesk 600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06040" y="203911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Upcoming events near you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Body · Instrument Sans 400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2770632"/>
            <a:ext cx="8412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6130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Every chapter is run by volunteers who love this stuff as much as you do. Talks, hands-on labs, and the occasional pizza — always free, always open to everyone.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3913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Eyebrow · SG 500 caps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06040" y="3767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 CHAPTERS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645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Stat · SG 600 tnum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06040" y="44622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4,652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606040" y="52395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 Space Grotesk for headings, eyebrows, stats and dates. Use Instrument Sans for body copy and UI text.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6492240"/>
            <a:ext cx="11018520" cy="0"/>
          </a:xfrm>
          <a:prstGeom prst="line">
            <a:avLst/>
          </a:prstGeom>
          <a:noFill/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60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AI COMMUNITY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55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DF0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FDF0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SECTION TITLE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993392"/>
            <a:ext cx="7132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with one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clear idea.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3904488"/>
            <a:ext cx="5440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DF0E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 section dividers to reset the room before a new chapter or demo.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68512" y="0"/>
            <a:ext cx="3520440" cy="6858000"/>
          </a:xfrm>
          <a:prstGeom prst="rect">
            <a:avLst/>
          </a:prstGeom>
          <a:solidFill>
            <a:srgbClr val="B8431F"/>
          </a:solidFill>
          <a:ln w="12700">
            <a:solidFill>
              <a:srgbClr val="B843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208008" y="1371600"/>
            <a:ext cx="2377440" cy="2377440"/>
          </a:xfrm>
          <a:prstGeom prst="ellipse">
            <a:avLst/>
          </a:prstGeom>
          <a:solidFill>
            <a:srgbClr val="FDF0E3"/>
          </a:solidFill>
          <a:ln w="12700">
            <a:solidFill>
              <a:srgbClr val="FDF0E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756648" y="4251960"/>
            <a:ext cx="1280160" cy="1280160"/>
          </a:xfrm>
          <a:prstGeom prst="ellipse">
            <a:avLst/>
          </a:prstGeom>
          <a:solidFill>
            <a:srgbClr val="D5522B"/>
          </a:solidFill>
          <a:ln w="12700">
            <a:solidFill>
              <a:srgbClr val="D552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4EC"/>
          </a:solidFill>
          <a:ln w="12700">
            <a:solidFill>
              <a:srgbClr val="F5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60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CONTENT LAYOUT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message. Three supporting ideas.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 this layout when the audience should remember one thing after the slide disappears.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5669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communities grow when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people can learn, build,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belong.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6373368" y="1810512"/>
            <a:ext cx="73152" cy="3456432"/>
          </a:xfrm>
          <a:prstGeom prst="rect">
            <a:avLst/>
          </a:prstGeom>
          <a:solidFill>
            <a:srgbClr val="D5522B"/>
          </a:solidFill>
          <a:ln w="12700">
            <a:solidFill>
              <a:srgbClr val="D552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720840" y="19385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96912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LEARN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96912" y="22585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Make complex ideas approachable.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20840" y="3008376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96912" y="2990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96912" y="332841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Turn concepts into something tangible.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20840" y="407822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96912" y="40599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BELONG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96912" y="439826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Create a reason to come back.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6492240"/>
            <a:ext cx="11018520" cy="0"/>
          </a:xfrm>
          <a:prstGeom prst="line">
            <a:avLst/>
          </a:prstGeom>
          <a:noFill/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60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AI COMMUNITY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4EC"/>
          </a:solidFill>
          <a:ln w="12700">
            <a:solidFill>
              <a:srgbClr val="F5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60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CONTENT LAYOUT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Two-column story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balanced way to pair narrative with evidence, a demo with context, or a before/after story.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1828800"/>
            <a:ext cx="5212080" cy="3886200"/>
          </a:xfrm>
          <a:prstGeom prst="roundRect">
            <a:avLst>
              <a:gd name="adj" fmla="val 1882"/>
            </a:avLst>
          </a:prstGeom>
          <a:solidFill>
            <a:srgbClr val="F5F4EC"/>
          </a:solidFill>
          <a:ln w="12700">
            <a:solidFill>
              <a:srgbClr val="F5F4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CONTEXT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48716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changed?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136392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Describe the situation in a few short sentences. Keep the copy roomy. Let the speaker deliver the detail.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75488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DF0E3"/>
          </a:solidFill>
          <a:ln w="12700">
            <a:solidFill>
              <a:srgbClr val="FDF0E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14984" y="4800600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4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44768" y="1828800"/>
            <a:ext cx="539496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178F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SHIFT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248716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better now?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46520" y="313639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 the right side for the new state, result, or the part you want the audience to act on next.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475488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6F4EC"/>
          </a:solidFill>
          <a:ln w="12700">
            <a:solidFill>
              <a:srgbClr val="E6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47104" y="4800600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8F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AFTER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6492240"/>
            <a:ext cx="11018520" cy="0"/>
          </a:xfrm>
          <a:prstGeom prst="line">
            <a:avLst/>
          </a:prstGeom>
          <a:noFill/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4360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60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AI COMMUNITY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4EC"/>
          </a:solidFill>
          <a:ln w="12700">
            <a:solidFill>
              <a:srgbClr val="F5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60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/ 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Numbers that matter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Make the number the visual. Keep labels short and save methodology for your narration or notes.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1874520"/>
            <a:ext cx="2514600" cy="3227832"/>
          </a:xfrm>
          <a:prstGeom prst="roundRect">
            <a:avLst>
              <a:gd name="adj" fmla="val 2909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50392" y="233172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4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50392" y="32918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30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16152" y="4069080"/>
            <a:ext cx="1325880" cy="0"/>
          </a:xfrm>
          <a:prstGeom prst="line">
            <a:avLst/>
          </a:prstGeom>
          <a:noFill/>
          <a:ln w="25400">
            <a:solidFill>
              <a:srgbClr val="D552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50392" y="4297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PRIMARY STAT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19856" y="1874520"/>
            <a:ext cx="2514600" cy="3227832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48456" y="233172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497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648456" y="32918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30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HOURS OF CONTENT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14216" y="4069080"/>
            <a:ext cx="1325880" cy="0"/>
          </a:xfrm>
          <a:prstGeom prst="line">
            <a:avLst/>
          </a:prstGeom>
          <a:noFill/>
          <a:ln w="254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48456" y="4297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SUPPORTING STAT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1874520"/>
            <a:ext cx="2514600" cy="3227832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46520" y="233172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1500+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446520" y="32918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30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REGISTRATIONS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4069080"/>
            <a:ext cx="1325880" cy="0"/>
          </a:xfrm>
          <a:prstGeom prst="line">
            <a:avLst/>
          </a:prstGeom>
          <a:noFill/>
          <a:ln w="254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46520" y="4297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SUPPORTING STAT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15984" y="1874520"/>
            <a:ext cx="2514600" cy="3227832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244584" y="233172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26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244584" y="32918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30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COMMUNITY EVENTS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10344" y="4069080"/>
            <a:ext cx="1325880" cy="0"/>
          </a:xfrm>
          <a:prstGeom prst="line">
            <a:avLst/>
          </a:prstGeom>
          <a:noFill/>
          <a:ln w="254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244584" y="4297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SUPPORTING STAT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" y="6492240"/>
            <a:ext cx="11018520" cy="0"/>
          </a:xfrm>
          <a:prstGeom prst="line">
            <a:avLst/>
          </a:prstGeom>
          <a:noFill/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94360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60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AI COMMUNITY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4EC"/>
          </a:solidFill>
          <a:ln w="12700">
            <a:solidFill>
              <a:srgbClr val="F5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60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 / 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 a simple progression. One stage per beat. Reveal each step as you talk through it.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234440" y="3182112"/>
            <a:ext cx="9555480" cy="0"/>
          </a:xfrm>
          <a:prstGeom prst="line">
            <a:avLst/>
          </a:prstGeom>
          <a:noFill/>
          <a:ln w="25400">
            <a:solidFill>
              <a:srgbClr val="D8D3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60120" y="2862072"/>
            <a:ext cx="640080" cy="640080"/>
          </a:xfrm>
          <a:prstGeom prst="ellipse">
            <a:avLst/>
          </a:prstGeom>
          <a:solidFill>
            <a:srgbClr val="F5F4EC"/>
          </a:solidFill>
          <a:ln w="12700">
            <a:solidFill>
              <a:srgbClr val="F5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60120" y="29809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DISCOVER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4133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Name the problem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49040" y="2862072"/>
            <a:ext cx="640080" cy="640080"/>
          </a:xfrm>
          <a:prstGeom prst="ellipse">
            <a:avLst/>
          </a:prstGeom>
          <a:solidFill>
            <a:srgbClr val="F5F4EC"/>
          </a:solidFill>
          <a:ln w="12700">
            <a:solidFill>
              <a:srgbClr val="F5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749040" y="29809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4133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Choose the approach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2862072"/>
            <a:ext cx="640080" cy="640080"/>
          </a:xfrm>
          <a:prstGeom prst="ellipse">
            <a:avLst/>
          </a:prstGeom>
          <a:solidFill>
            <a:srgbClr val="D5522B"/>
          </a:solidFill>
          <a:ln w="12700">
            <a:solidFill>
              <a:srgbClr val="D552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37960" y="29809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4133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Create the proof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26880" y="2862072"/>
            <a:ext cx="640080" cy="640080"/>
          </a:xfrm>
          <a:prstGeom prst="ellipse">
            <a:avLst/>
          </a:prstGeom>
          <a:solidFill>
            <a:srgbClr val="F5F4EC"/>
          </a:solidFill>
          <a:ln w="12700">
            <a:solidFill>
              <a:srgbClr val="F5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326880" y="29809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32520" y="4133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Learn in public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07608" y="498348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DF0E3"/>
          </a:solidFill>
          <a:ln w="12700">
            <a:solidFill>
              <a:srgbClr val="FDF0E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108192" y="5029200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4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CURRENT STEP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4360" y="6492240"/>
            <a:ext cx="11018520" cy="0"/>
          </a:xfrm>
          <a:prstGeom prst="line">
            <a:avLst/>
          </a:prstGeom>
          <a:noFill/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360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60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AI COMMUNITY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4EC"/>
          </a:solidFill>
          <a:ln w="12700">
            <a:solidFill>
              <a:srgbClr val="F5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60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Compare without clutter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 the contrast to make a decision easier. Avoid feature dumps: prioritize what changes the choice.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1847088"/>
            <a:ext cx="5321808" cy="3840480"/>
          </a:xfrm>
          <a:prstGeom prst="roundRect">
            <a:avLst>
              <a:gd name="adj" fmla="val 1905"/>
            </a:avLst>
          </a:prstGeom>
          <a:solidFill>
            <a:srgbClr val="F5F4EC"/>
          </a:solidFill>
          <a:ln w="12700">
            <a:solidFill>
              <a:srgbClr val="F5F4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41832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70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OPTION 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41832" y="254203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Best when you need speed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69264" y="3319272"/>
            <a:ext cx="109728" cy="109728"/>
          </a:xfrm>
          <a:prstGeom prst="ellipse">
            <a:avLst/>
          </a:prstGeom>
          <a:solidFill>
            <a:srgbClr val="D5522B"/>
          </a:solidFill>
          <a:ln w="12700">
            <a:solidFill>
              <a:srgbClr val="D552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97864" y="31912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6130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Fast to start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969264" y="3922776"/>
            <a:ext cx="109728" cy="109728"/>
          </a:xfrm>
          <a:prstGeom prst="ellipse">
            <a:avLst/>
          </a:prstGeom>
          <a:solidFill>
            <a:srgbClr val="D5522B"/>
          </a:solidFill>
          <a:ln w="12700">
            <a:solidFill>
              <a:srgbClr val="D552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97864" y="37947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6130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Less configuration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969264" y="4526280"/>
            <a:ext cx="109728" cy="109728"/>
          </a:xfrm>
          <a:prstGeom prst="ellipse">
            <a:avLst/>
          </a:prstGeom>
          <a:solidFill>
            <a:srgbClr val="D5522B"/>
          </a:solidFill>
          <a:ln w="12700">
            <a:solidFill>
              <a:srgbClr val="D552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97864" y="43982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6130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Great for exploration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236208" y="1847088"/>
            <a:ext cx="5321808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56248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70" dirty="0">
                <a:solidFill>
                  <a:srgbClr val="178F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OPTION 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56248" y="254203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Best when you need control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583680" y="3319272"/>
            <a:ext cx="109728" cy="109728"/>
          </a:xfrm>
          <a:prstGeom prst="ellipse">
            <a:avLst/>
          </a:prstGeom>
          <a:solidFill>
            <a:srgbClr val="178F57"/>
          </a:solidFill>
          <a:ln w="12700">
            <a:solidFill>
              <a:srgbClr val="178F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12280" y="31912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6130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More explicit choices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6583680" y="3922776"/>
            <a:ext cx="109728" cy="109728"/>
          </a:xfrm>
          <a:prstGeom prst="ellipse">
            <a:avLst/>
          </a:prstGeom>
          <a:solidFill>
            <a:srgbClr val="178F57"/>
          </a:solidFill>
          <a:ln w="12700">
            <a:solidFill>
              <a:srgbClr val="178F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12280" y="37947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6130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Better governance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6583680" y="4526280"/>
            <a:ext cx="109728" cy="109728"/>
          </a:xfrm>
          <a:prstGeom prst="ellipse">
            <a:avLst/>
          </a:prstGeom>
          <a:solidFill>
            <a:srgbClr val="178F57"/>
          </a:solidFill>
          <a:ln w="12700">
            <a:solidFill>
              <a:srgbClr val="178F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812280" y="43982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6130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Built for repeatability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594360" y="6492240"/>
            <a:ext cx="11018520" cy="0"/>
          </a:xfrm>
          <a:prstGeom prst="line">
            <a:avLst/>
          </a:prstGeom>
          <a:noFill/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60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AI COMMUNITY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4EC"/>
          </a:solidFill>
          <a:ln w="12700">
            <a:solidFill>
              <a:srgbClr val="F5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60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STORY / CASE 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Image-led case study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Keep imagery large and text short. Replace the placeholder with a photo, screenshot, demo frame, or event image.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1828800"/>
            <a:ext cx="6675120" cy="3977640"/>
          </a:xfrm>
          <a:prstGeom prst="roundRect">
            <a:avLst>
              <a:gd name="adj" fmla="val 1839"/>
            </a:avLst>
          </a:prstGeom>
          <a:solidFill>
            <a:srgbClr val="F5F4EC"/>
          </a:solidFill>
          <a:ln w="12700">
            <a:solidFill>
              <a:srgbClr val="F5F4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05840" y="2331720"/>
            <a:ext cx="5897880" cy="2971800"/>
          </a:xfrm>
          <a:prstGeom prst="line">
            <a:avLst/>
          </a:prstGeom>
          <a:noFill/>
          <a:ln w="16510">
            <a:solidFill>
              <a:srgbClr val="D8D3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280160" y="335584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kern="0" spc="110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DROP IMAGE / SCREENSHOT HERE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6096" y="1828800"/>
            <a:ext cx="3913632" cy="3977640"/>
          </a:xfrm>
          <a:prstGeom prst="roundRect">
            <a:avLst>
              <a:gd name="adj" fmla="val 1869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955280" y="21671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0" y="253288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Show the moment,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then tell the story.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55280" y="3694176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 2–3 lines to explain what the audience should notice in the visual.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7955280" y="4800600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E6F4EC"/>
          </a:solidFill>
          <a:ln w="12700">
            <a:solidFill>
              <a:srgbClr val="E6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055864" y="484632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8F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6492240"/>
            <a:ext cx="11018520" cy="0"/>
          </a:xfrm>
          <a:prstGeom prst="line">
            <a:avLst/>
          </a:prstGeom>
          <a:noFill/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60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AI COMMUNITY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F4EC"/>
          </a:solidFill>
          <a:ln w="12700">
            <a:solidFill>
              <a:srgbClr val="F5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60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 / 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Agenda / session list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compact event-ready layout for sessions, speakers, demos, or a chapter run-of-show.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1856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09:30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65960" y="1828800"/>
            <a:ext cx="6126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Opening keynote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41080" y="18562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Speaker / role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340864"/>
            <a:ext cx="10058400" cy="0"/>
          </a:xfrm>
          <a:prstGeom prst="line">
            <a:avLst/>
          </a:prstGeom>
          <a:noFill/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2569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10:15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65960" y="2542032"/>
            <a:ext cx="6126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Building practical AI agents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41080" y="25694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Speaker / role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054096"/>
            <a:ext cx="10058400" cy="0"/>
          </a:xfrm>
          <a:prstGeom prst="line">
            <a:avLst/>
          </a:prstGeom>
          <a:noFill/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1792" y="3227832"/>
            <a:ext cx="10917936" cy="566928"/>
          </a:xfrm>
          <a:prstGeom prst="roundRect">
            <a:avLst>
              <a:gd name="adj" fmla="val 9677"/>
            </a:avLst>
          </a:prstGeom>
          <a:solidFill>
            <a:srgbClr val="FDF0E3"/>
          </a:solidFill>
          <a:ln w="12700">
            <a:solidFill>
              <a:srgbClr val="FDF0E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32826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84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11:05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3255264"/>
            <a:ext cx="6126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Coffee + community break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41080" y="32826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39959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11:30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65960" y="3968496"/>
            <a:ext cx="6126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prototype to production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41080" y="39959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dirty="0">
                <a:solidFill>
                  <a:srgbClr val="6E6759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Speaker / role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480560"/>
            <a:ext cx="10058400" cy="0"/>
          </a:xfrm>
          <a:prstGeom prst="line">
            <a:avLst/>
          </a:prstGeom>
          <a:noFill/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21792" y="4654296"/>
            <a:ext cx="10917936" cy="566928"/>
          </a:xfrm>
          <a:prstGeom prst="roundRect">
            <a:avLst>
              <a:gd name="adj" fmla="val 9677"/>
            </a:avLst>
          </a:prstGeom>
          <a:solidFill>
            <a:srgbClr val="FDF0E3"/>
          </a:solidFill>
          <a:ln w="12700">
            <a:solidFill>
              <a:srgbClr val="FDF0E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22960" y="4709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84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12:15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65960" y="4681728"/>
            <a:ext cx="6126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Lunch + networking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41080" y="47091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939528" y="557784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E6F4EC"/>
          </a:solidFill>
          <a:ln w="12700">
            <a:solidFill>
              <a:srgbClr val="E6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0040112" y="562356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8F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" y="6492240"/>
            <a:ext cx="11018520" cy="0"/>
          </a:xfrm>
          <a:prstGeom prst="line">
            <a:avLst/>
          </a:prstGeom>
          <a:noFill/>
          <a:ln w="12700">
            <a:solidFill>
              <a:srgbClr val="E9E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4360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60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AI COMMUNITY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E67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3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217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40" dirty="0">
                <a:solidFill>
                  <a:srgbClr val="D55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AI COMMUNITY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691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D8D3C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Questions? Ideas? Let’s keep the conversation going.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71246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D5522B"/>
          </a:solidFill>
          <a:ln w="12700">
            <a:solidFill>
              <a:srgbClr val="D552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86384" y="375818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CTA / URL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549640" y="0"/>
            <a:ext cx="3639312" cy="6858000"/>
          </a:xfrm>
          <a:prstGeom prst="rect">
            <a:avLst/>
          </a:prstGeom>
          <a:solidFill>
            <a:srgbClr val="F5F4EC"/>
          </a:solidFill>
          <a:ln w="12700">
            <a:solidFill>
              <a:srgbClr val="F5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979408" y="1901952"/>
            <a:ext cx="2697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THE WORLD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LEARNS AI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6130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TOGETHER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549640" y="6181344"/>
            <a:ext cx="3639312" cy="676656"/>
          </a:xfrm>
          <a:prstGeom prst="rect">
            <a:avLst/>
          </a:prstGeom>
          <a:solidFill>
            <a:srgbClr val="D5522B"/>
          </a:solidFill>
          <a:ln w="12700">
            <a:solidFill>
              <a:srgbClr val="D552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6144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7C1B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globalai.community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strument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</Words>
  <Application>Microsoft Office PowerPoint</Application>
  <PresentationFormat>Widescreen</PresentationFormat>
  <Paragraphs>188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Instrument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Global AI Community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AI Community Presentation Template</dc:title>
  <dc:subject>Global AI Community branded presentation deck</dc:subject>
  <dc:creator>OpenAI</dc:creator>
  <cp:lastModifiedBy>Stephen Simon</cp:lastModifiedBy>
  <cp:revision>2</cp:revision>
  <dcterms:created xsi:type="dcterms:W3CDTF">2026-09-11T16:49:49Z</dcterms:created>
  <dcterms:modified xsi:type="dcterms:W3CDTF">2026-09-11T17:14:20Z</dcterms:modified>
</cp:coreProperties>
</file>